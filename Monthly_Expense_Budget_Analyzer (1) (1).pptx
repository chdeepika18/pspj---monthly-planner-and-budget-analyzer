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30A5D6-FAAB-8E9F-A800-DBAE21F70AC1}" v="80" dt="2026-09-30T13:42:39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34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1F7A6D">
              <a:alpha val="45000"/>
            </a:srgbClr>
          </a:solidFill>
          <a:ln w="12700">
            <a:solidFill>
              <a:srgbClr val="1F7A6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017520"/>
            <a:ext cx="2377440" cy="2377440"/>
          </a:xfrm>
          <a:prstGeom prst="ellipse">
            <a:avLst/>
          </a:prstGeom>
          <a:solidFill>
            <a:srgbClr val="F4B942">
              <a:alpha val="70000"/>
            </a:srgbClr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Expense &amp; Budget Analyzer</a:t>
            </a:r>
            <a:endParaRPr lang="en-US" sz="420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Deepika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 No: 2620090055</a:t>
            </a:r>
            <a:endParaRPr lang="en-US" sz="160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 Shree Mahaalaxmi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 No: 2620030117</a:t>
            </a:r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[Guide Name]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personal money is hard without a clear view of where it goes each month.</a:t>
            </a:r>
            <a:endParaRPr lang="en-US" sz="1600"/>
          </a:p>
          <a:p>
            <a:pPr marL="0" indent="0">
              <a:spcAft>
                <a:spcPts val="1200"/>
              </a:spcAft>
              <a:buNone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Expense &amp; Budget Analyzer is a Java application that records daily expenses, sets a monthly budget and analyzes spending.</a:t>
            </a:r>
            <a:endParaRPr lang="en-US" sz="1600"/>
          </a:p>
          <a:p>
            <a:pPr marL="0" indent="0">
              <a:spcAft>
                <a:spcPts val="1200"/>
              </a:spcAft>
              <a:buNone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raw entries into simple summaries so users can spend smarter.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669280" y="118872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371600"/>
            <a:ext cx="548640" cy="54864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 txBox="1"/>
          <p:nvPr/>
        </p:nvSpPr>
        <p:spPr>
          <a:xfrm>
            <a:off x="6583680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600"/>
          </a:p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expense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669280" y="22860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2468880"/>
            <a:ext cx="548640" cy="5486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2" name="Text 10"/>
          <p:cNvSpPr txBox="1"/>
          <p:nvPr/>
        </p:nvSpPr>
        <p:spPr>
          <a:xfrm>
            <a:off x="658368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1600"/>
          </a:p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limits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669280" y="338328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3566160"/>
            <a:ext cx="548640" cy="54864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16" name="Text 14"/>
          <p:cNvSpPr txBox="1"/>
          <p:nvPr/>
        </p:nvSpPr>
        <p:spPr>
          <a:xfrm>
            <a:off x="658368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/>
          </a:p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spend vs. budget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1234440" y="1325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tracking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are scattered across memory, notes and receipts, so nothing is recorded reliably.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5486400" y="1325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Overspending unnoticed</a:t>
            </a:r>
            <a:endParaRPr lang="en-US" sz="1600"/>
          </a:p>
        </p:txBody>
      </p:sp>
      <p:sp>
        <p:nvSpPr>
          <p:cNvPr id="13" name="Text 11"/>
          <p:cNvSpPr txBox="1"/>
          <p:nvPr/>
        </p:nvSpPr>
        <p:spPr>
          <a:xfrm>
            <a:off x="4892040" y="19659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only realise they crossed their budget after the month is over.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123444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calculation</a:t>
            </a:r>
            <a:endParaRPr lang="en-US" sz="1600"/>
          </a:p>
        </p:txBody>
      </p:sp>
      <p:sp>
        <p:nvSpPr>
          <p:cNvPr id="18" name="Text 16"/>
          <p:cNvSpPr txBox="1"/>
          <p:nvPr/>
        </p:nvSpPr>
        <p:spPr>
          <a:xfrm>
            <a:off x="64008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and category-wise splits take time and are prone to errors.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548640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insight</a:t>
            </a:r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489204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summaries, it is hard to see which category needs cutting down.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daily expenses with date, category and amount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457200" cy="4572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1143000" y="18836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user set a monthly budget</a:t>
            </a:r>
            <a:endParaRPr lang="en-US" sz="170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1143000" y="25786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spending and category-wise breakdown</a:t>
            </a:r>
            <a:endParaRPr lang="en-US" sz="170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457200" cy="4572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1143000" y="32735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expenses against budget and flag overspending</a:t>
            </a:r>
            <a:endParaRPr lang="en-US" sz="170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1143000" y="39684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simple, easy-to-use Java application</a:t>
            </a: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notebooks / paper</a:t>
            </a:r>
            <a:endParaRPr lang="en-US" sz="20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lose or damage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totals, frequent errors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comparison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371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Spreadsheets / generic apps</a:t>
            </a:r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4983480" y="201168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formulas and setup effort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cluttered with features</a:t>
            </a:r>
            <a:endParaRPr lang="en-US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guidance on overspending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1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Java application that automates expense tracking and budget analysis.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entry</a:t>
            </a:r>
            <a:endParaRPr lang="en-US" sz="1600"/>
          </a:p>
        </p:txBody>
      </p:sp>
      <p:sp>
        <p:nvSpPr>
          <p:cNvPr id="9" name="Text 7"/>
          <p:cNvSpPr txBox="1"/>
          <p:nvPr/>
        </p:nvSpPr>
        <p:spPr>
          <a:xfrm>
            <a:off x="640080" y="33832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expenses in seconds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2578608" y="21031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2286000"/>
            <a:ext cx="502920" cy="50292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6148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3" name="Text 11"/>
          <p:cNvSpPr txBox="1"/>
          <p:nvPr/>
        </p:nvSpPr>
        <p:spPr>
          <a:xfrm>
            <a:off x="2761488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totals</a:t>
            </a:r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2761488" y="33832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monthly and category sums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700016" y="21031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2286000"/>
            <a:ext cx="502920" cy="50292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2896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18" name="Text 16"/>
          <p:cNvSpPr txBox="1"/>
          <p:nvPr/>
        </p:nvSpPr>
        <p:spPr>
          <a:xfrm>
            <a:off x="4882896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check</a:t>
            </a:r>
            <a:endParaRPr lang="en-US" sz="1600"/>
          </a:p>
        </p:txBody>
      </p:sp>
      <p:sp>
        <p:nvSpPr>
          <p:cNvPr id="19" name="Text 17"/>
          <p:cNvSpPr txBox="1"/>
          <p:nvPr/>
        </p:nvSpPr>
        <p:spPr>
          <a:xfrm>
            <a:off x="4882896" y="33832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spending exceeds the limit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6821424" y="21031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04304" y="2286000"/>
            <a:ext cx="502920" cy="50292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0430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/>
          </a:p>
        </p:txBody>
      </p:sp>
      <p:sp>
        <p:nvSpPr>
          <p:cNvPr id="23" name="Text 21"/>
          <p:cNvSpPr txBox="1"/>
          <p:nvPr/>
        </p:nvSpPr>
        <p:spPr>
          <a:xfrm>
            <a:off x="7004304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reports</a:t>
            </a:r>
            <a:endParaRPr lang="en-US" sz="1600"/>
          </a:p>
        </p:txBody>
      </p:sp>
      <p:sp>
        <p:nvSpPr>
          <p:cNvPr id="24" name="Text 22"/>
          <p:cNvSpPr txBox="1"/>
          <p:nvPr/>
        </p:nvSpPr>
        <p:spPr>
          <a:xfrm>
            <a:off x="7004304" y="33832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monthly summary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40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data &amp; choices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1810512" y="2560320"/>
            <a:ext cx="219456" cy="274320"/>
          </a:xfrm>
          <a:prstGeom prst="rightArrow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82880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Interface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2148840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/ input &amp; display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502152" y="2560320"/>
            <a:ext cx="219456" cy="274320"/>
          </a:xfrm>
          <a:prstGeom prst="rightArrow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82880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0B3D3A"/>
          </a:solidFill>
          <a:ln w="12700">
            <a:solidFill>
              <a:srgbClr val="0B3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Manager</a:t>
            </a:r>
            <a:endParaRPr lang="en-US" sz="1400"/>
          </a:p>
        </p:txBody>
      </p:sp>
      <p:sp>
        <p:nvSpPr>
          <p:cNvPr id="14" name="Text 12"/>
          <p:cNvSpPr txBox="1"/>
          <p:nvPr/>
        </p:nvSpPr>
        <p:spPr>
          <a:xfrm>
            <a:off x="3840480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validate, calculate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5193792" y="2560320"/>
            <a:ext cx="219456" cy="274320"/>
          </a:xfrm>
          <a:prstGeom prst="rightArrow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82880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5532120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budget records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6885432" y="2560320"/>
            <a:ext cx="219456" cy="274320"/>
          </a:xfrm>
          <a:prstGeom prst="rightArrow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82880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7223760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categories, budget status</a:t>
            </a:r>
            <a:endParaRPr lang="en-US" sz="120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flow: input → processing → storage → analysis output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Functionalities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Expense</a:t>
            </a:r>
            <a:endParaRPr lang="en-US" sz="150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category, amount, note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40690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Expenses</a:t>
            </a:r>
            <a:endParaRPr lang="en-US" sz="1500"/>
          </a:p>
        </p:txBody>
      </p:sp>
      <p:sp>
        <p:nvSpPr>
          <p:cNvPr id="13" name="Text 11"/>
          <p:cNvSpPr txBox="1"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recorded entries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690372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Budget</a:t>
            </a:r>
            <a:endParaRPr lang="en-US" sz="1500"/>
          </a:p>
        </p:txBody>
      </p:sp>
      <p:sp>
        <p:nvSpPr>
          <p:cNvPr id="18" name="Text 16"/>
          <p:cNvSpPr txBox="1"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monthly limit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/>
          </a:p>
        </p:txBody>
      </p:sp>
      <p:sp>
        <p:nvSpPr>
          <p:cNvPr id="22" name="Text 20"/>
          <p:cNvSpPr txBox="1"/>
          <p:nvPr/>
        </p:nvSpPr>
        <p:spPr>
          <a:xfrm>
            <a:off x="123444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Summary</a:t>
            </a:r>
            <a:endParaRPr lang="en-US" sz="150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per category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/>
          </a:p>
        </p:txBody>
      </p:sp>
      <p:sp>
        <p:nvSpPr>
          <p:cNvPr id="27" name="Text 25"/>
          <p:cNvSpPr txBox="1"/>
          <p:nvPr/>
        </p:nvSpPr>
        <p:spPr>
          <a:xfrm>
            <a:off x="406908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Analysis</a:t>
            </a:r>
            <a:endParaRPr lang="en-US" sz="1500"/>
          </a:p>
        </p:txBody>
      </p:sp>
      <p:sp>
        <p:nvSpPr>
          <p:cNvPr id="28" name="Text 26"/>
          <p:cNvSpPr txBox="1"/>
          <p:nvPr/>
        </p:nvSpPr>
        <p:spPr>
          <a:xfrm>
            <a:off x="347472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vs. remaining balance</a:t>
            </a:r>
            <a:endParaRPr lang="en-US" sz="130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/>
          </a:p>
        </p:txBody>
      </p:sp>
      <p:sp>
        <p:nvSpPr>
          <p:cNvPr id="32" name="Text 30"/>
          <p:cNvSpPr txBox="1"/>
          <p:nvPr/>
        </p:nvSpPr>
        <p:spPr>
          <a:xfrm>
            <a:off x="690372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Report</a:t>
            </a:r>
            <a:endParaRPr lang="en-US" sz="1500"/>
          </a:p>
        </p:txBody>
      </p:sp>
      <p:sp>
        <p:nvSpPr>
          <p:cNvPr id="33" name="Text 31"/>
          <p:cNvSpPr txBox="1"/>
          <p:nvPr/>
        </p:nvSpPr>
        <p:spPr>
          <a:xfrm>
            <a:off x="630936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month overview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Java Code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7FAF9"/>
          </a:solidFill>
          <a:ln w="15875">
            <a:solidFill>
              <a:srgbClr val="1F7A6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24231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7FAF9"/>
          </a:solidFill>
          <a:ln w="15875">
            <a:solidFill>
              <a:srgbClr val="1F7A6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709160" y="24231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3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003455-C35C-6A75-BD25-AB7B5B8DC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8" y="1143000"/>
            <a:ext cx="4102561" cy="29279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7E0AA8-AF73-6F20-8387-3FB08B18D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110" y="1147763"/>
            <a:ext cx="3986799" cy="29340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Screenshots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D4C030-D09B-5EF4-C478-AE286E7BF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966331"/>
            <a:ext cx="7462511" cy="40406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(GUI) or mobile app interface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457200" cy="4572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1143000" y="18836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for permanent storage</a:t>
            </a:r>
            <a:endParaRPr lang="en-US" sz="170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1143000" y="25786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graphs for visual spending trends</a:t>
            </a:r>
            <a:endParaRPr lang="en-US" sz="170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457200" cy="4572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1143000" y="32735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login with secure accounts</a:t>
            </a:r>
            <a:endParaRPr lang="en-US" sz="170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457200" cy="457200"/>
          </a:xfrm>
          <a:prstGeom prst="ellipse">
            <a:avLst/>
          </a:prstGeom>
          <a:solidFill>
            <a:srgbClr val="1F7A6D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1143000" y="39684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 and savings suggestions</a:t>
            </a:r>
            <a:endParaRPr lang="en-US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Expense &amp; Budget Analyzer makes expense tracking simple and accurate.</a:t>
            </a:r>
            <a:endParaRPr lang="en-US" sz="18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users stay within budget through automatic totals and analysis.</a:t>
            </a:r>
            <a:endParaRPr lang="en-US" sz="18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Java, it can be extended with a GUI, database and charts.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7223760" y="2103120"/>
            <a:ext cx="2194560" cy="2194560"/>
          </a:xfrm>
          <a:prstGeom prst="ellipse">
            <a:avLst/>
          </a:prstGeom>
          <a:solidFill>
            <a:srgbClr val="F4B942">
              <a:alpha val="75000"/>
            </a:srgbClr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7A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/>
          </a:p>
        </p:txBody>
      </p:sp>
      <p:sp>
        <p:nvSpPr>
          <p:cNvPr id="4" name="Text 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Deepika (2620090055)  |  Shree Shree Mahaalaxmi (2620030117)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Office PowerPoint</Application>
  <PresentationFormat>On-screen Show (16:9)</PresentationFormat>
  <Paragraphs>149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Ruthiwin 369</cp:lastModifiedBy>
  <cp:revision>44</cp:revision>
  <dcterms:created xsi:type="dcterms:W3CDTF">2026-09-29T10:20:23Z</dcterms:created>
  <dcterms:modified xsi:type="dcterms:W3CDTF">2026-09-30T13:44:52Z</dcterms:modified>
</cp:coreProperties>
</file>